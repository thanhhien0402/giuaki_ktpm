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Public Sans" panose="020B0604020202020204" charset="0"/>
      <p:regular r:id="rId13"/>
    </p:embeddedFont>
    <p:embeddedFont>
      <p:font typeface="Public Sans Bold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498" y="8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FC90EC-270B-4401-8FC1-7619DD58FC66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CC8E74-CD1B-4C4F-AC44-BC3C1A4E1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9463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C8E74-CD1B-4C4F-AC44-BC3C1A4E1D1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6261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 flipH="1">
            <a:off x="14501469" y="6831713"/>
            <a:ext cx="5413609" cy="5607316"/>
          </a:xfrm>
          <a:custGeom>
            <a:avLst/>
            <a:gdLst/>
            <a:ahLst/>
            <a:cxnLst/>
            <a:rect l="l" t="t" r="r" b="b"/>
            <a:pathLst>
              <a:path w="5413609" h="5607316">
                <a:moveTo>
                  <a:pt x="5413608" y="0"/>
                </a:moveTo>
                <a:lnTo>
                  <a:pt x="0" y="0"/>
                </a:lnTo>
                <a:lnTo>
                  <a:pt x="0" y="5607316"/>
                </a:lnTo>
                <a:lnTo>
                  <a:pt x="5413608" y="5607316"/>
                </a:lnTo>
                <a:lnTo>
                  <a:pt x="541360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404615" y="8787494"/>
            <a:ext cx="5279591" cy="2745387"/>
          </a:xfrm>
          <a:custGeom>
            <a:avLst/>
            <a:gdLst/>
            <a:ahLst/>
            <a:cxnLst/>
            <a:rect l="l" t="t" r="r" b="b"/>
            <a:pathLst>
              <a:path w="5279591" h="2745387">
                <a:moveTo>
                  <a:pt x="0" y="0"/>
                </a:moveTo>
                <a:lnTo>
                  <a:pt x="5279591" y="0"/>
                </a:lnTo>
                <a:lnTo>
                  <a:pt x="5279591" y="2745388"/>
                </a:lnTo>
                <a:lnTo>
                  <a:pt x="0" y="27453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5400000" flipH="1" flipV="1">
            <a:off x="-1678104" y="7224050"/>
            <a:ext cx="5413609" cy="5607316"/>
          </a:xfrm>
          <a:custGeom>
            <a:avLst/>
            <a:gdLst/>
            <a:ahLst/>
            <a:cxnLst/>
            <a:rect l="l" t="t" r="r" b="b"/>
            <a:pathLst>
              <a:path w="5413609" h="5607316">
                <a:moveTo>
                  <a:pt x="5413608" y="5607316"/>
                </a:moveTo>
                <a:lnTo>
                  <a:pt x="0" y="5607316"/>
                </a:lnTo>
                <a:lnTo>
                  <a:pt x="0" y="0"/>
                </a:lnTo>
                <a:lnTo>
                  <a:pt x="5413608" y="0"/>
                </a:lnTo>
                <a:lnTo>
                  <a:pt x="5413608" y="560731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1060008">
            <a:off x="16667547" y="-1905095"/>
            <a:ext cx="4421347" cy="4114800"/>
          </a:xfrm>
          <a:custGeom>
            <a:avLst/>
            <a:gdLst/>
            <a:ahLst/>
            <a:cxnLst/>
            <a:rect l="l" t="t" r="r" b="b"/>
            <a:pathLst>
              <a:path w="4421347" h="4114800">
                <a:moveTo>
                  <a:pt x="0" y="0"/>
                </a:moveTo>
                <a:lnTo>
                  <a:pt x="4421347" y="0"/>
                </a:lnTo>
                <a:lnTo>
                  <a:pt x="44213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044166" y="2312085"/>
            <a:ext cx="13719834" cy="11662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999"/>
              </a:lnSpc>
            </a:pPr>
            <a:r>
              <a:rPr lang="en-US" sz="9999" b="1" dirty="0">
                <a:solidFill>
                  <a:srgbClr val="000000"/>
                </a:solidFill>
                <a:latin typeface="Times New Roman" panose="02020603050405020304" pitchFamily="18" charset="0"/>
                <a:ea typeface="Rosario Bold"/>
                <a:cs typeface="Times New Roman" panose="02020603050405020304" pitchFamily="18" charset="0"/>
                <a:sym typeface="Rosario Bold"/>
              </a:rPr>
              <a:t>KIỂM THỬ HIỆU QUẢ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05708" y="5452856"/>
            <a:ext cx="9672262" cy="5095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12"/>
              </a:lnSpc>
            </a:pPr>
            <a:r>
              <a:rPr lang="en-US" sz="4125">
                <a:solidFill>
                  <a:srgbClr val="A58A78"/>
                </a:solidFill>
                <a:latin typeface="Public Sans"/>
                <a:ea typeface="Public Sans"/>
                <a:cs typeface="Public Sans"/>
                <a:sym typeface="Public Sans"/>
              </a:rPr>
              <a:t>Nguyễn Thị Thanh Hiền - 1150080092</a:t>
            </a:r>
          </a:p>
        </p:txBody>
      </p:sp>
      <p:sp>
        <p:nvSpPr>
          <p:cNvPr id="8" name="Freeform 8"/>
          <p:cNvSpPr/>
          <p:nvPr/>
        </p:nvSpPr>
        <p:spPr>
          <a:xfrm rot="4778166">
            <a:off x="-1262259" y="-430509"/>
            <a:ext cx="2971069" cy="2971069"/>
          </a:xfrm>
          <a:custGeom>
            <a:avLst/>
            <a:gdLst/>
            <a:ahLst/>
            <a:cxnLst/>
            <a:rect l="l" t="t" r="r" b="b"/>
            <a:pathLst>
              <a:path w="2971069" h="2971069">
                <a:moveTo>
                  <a:pt x="0" y="0"/>
                </a:moveTo>
                <a:lnTo>
                  <a:pt x="2971069" y="0"/>
                </a:lnTo>
                <a:lnTo>
                  <a:pt x="2971069" y="2971069"/>
                </a:lnTo>
                <a:lnTo>
                  <a:pt x="0" y="297106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761236" y="4523404"/>
            <a:ext cx="9672262" cy="5095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12"/>
              </a:lnSpc>
            </a:pPr>
            <a:r>
              <a:rPr lang="en-US" sz="4125" dirty="0">
                <a:solidFill>
                  <a:srgbClr val="A58A78"/>
                </a:solidFill>
                <a:latin typeface="Public Sans"/>
                <a:ea typeface="Public Sans"/>
                <a:cs typeface="Public Sans"/>
                <a:sym typeface="Public Sans"/>
              </a:rPr>
              <a:t>GVHD: </a:t>
            </a:r>
            <a:r>
              <a:rPr lang="en-US" sz="4125" dirty="0" err="1">
                <a:solidFill>
                  <a:srgbClr val="A58A78"/>
                </a:solidFill>
                <a:latin typeface="Public Sans"/>
                <a:ea typeface="Public Sans"/>
                <a:cs typeface="Public Sans"/>
                <a:sym typeface="Public Sans"/>
              </a:rPr>
              <a:t>Ths</a:t>
            </a:r>
            <a:r>
              <a:rPr lang="en-US" sz="4125" dirty="0">
                <a:solidFill>
                  <a:srgbClr val="A58A78"/>
                </a:solidFill>
                <a:latin typeface="Public Sans"/>
                <a:ea typeface="Public Sans"/>
                <a:cs typeface="Public Sans"/>
                <a:sym typeface="Public Sans"/>
              </a:rPr>
              <a:t>. Phạm </a:t>
            </a:r>
            <a:r>
              <a:rPr lang="en-US" sz="4125" dirty="0" err="1">
                <a:solidFill>
                  <a:srgbClr val="A58A78"/>
                </a:solidFill>
                <a:latin typeface="Public Sans"/>
                <a:ea typeface="Public Sans"/>
                <a:cs typeface="Public Sans"/>
                <a:sym typeface="Public Sans"/>
              </a:rPr>
              <a:t>Trọng</a:t>
            </a:r>
            <a:r>
              <a:rPr lang="en-US" sz="4125" dirty="0">
                <a:solidFill>
                  <a:srgbClr val="A58A78"/>
                </a:solidFill>
                <a:latin typeface="Public Sans"/>
                <a:ea typeface="Public Sans"/>
                <a:cs typeface="Public Sans"/>
                <a:sym typeface="Public Sans"/>
              </a:rPr>
              <a:t> Huynh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1830" y="625160"/>
            <a:ext cx="9294837" cy="721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15"/>
              </a:lnSpc>
              <a:spcBef>
                <a:spcPct val="0"/>
              </a:spcBef>
            </a:pPr>
            <a:r>
              <a:rPr lang="en-US" sz="4225" b="1" dirty="0">
                <a:solidFill>
                  <a:srgbClr val="000000"/>
                </a:solidFill>
                <a:latin typeface="Times New Roman" panose="02020603050405020304" pitchFamily="18" charset="0"/>
                <a:ea typeface="Rosario Bold"/>
                <a:cs typeface="Times New Roman" panose="02020603050405020304" pitchFamily="18" charset="0"/>
                <a:sym typeface="Rosario Bold"/>
              </a:rPr>
              <a:t>1.1. </a:t>
            </a:r>
            <a:r>
              <a:rPr lang="en-US" sz="4225" b="1" dirty="0" err="1">
                <a:solidFill>
                  <a:srgbClr val="000000"/>
                </a:solidFill>
                <a:latin typeface="Times New Roman" panose="02020603050405020304" pitchFamily="18" charset="0"/>
                <a:ea typeface="Rosario Bold"/>
                <a:cs typeface="Times New Roman" panose="02020603050405020304" pitchFamily="18" charset="0"/>
                <a:sym typeface="Rosario Bold"/>
              </a:rPr>
              <a:t>Giới</a:t>
            </a:r>
            <a:r>
              <a:rPr lang="en-US" sz="4225" b="1" dirty="0">
                <a:solidFill>
                  <a:srgbClr val="000000"/>
                </a:solidFill>
                <a:latin typeface="Times New Roman" panose="02020603050405020304" pitchFamily="18" charset="0"/>
                <a:ea typeface="Rosario Bold"/>
                <a:cs typeface="Times New Roman" panose="02020603050405020304" pitchFamily="18" charset="0"/>
                <a:sym typeface="Rosario Bold"/>
              </a:rPr>
              <a:t> </a:t>
            </a:r>
            <a:r>
              <a:rPr lang="en-US" sz="4225" b="1" dirty="0" err="1">
                <a:solidFill>
                  <a:srgbClr val="000000"/>
                </a:solidFill>
                <a:latin typeface="Times New Roman" panose="02020603050405020304" pitchFamily="18" charset="0"/>
                <a:ea typeface="Rosario Bold"/>
                <a:cs typeface="Times New Roman" panose="02020603050405020304" pitchFamily="18" charset="0"/>
                <a:sym typeface="Rosario Bold"/>
              </a:rPr>
              <a:t>thiệu</a:t>
            </a:r>
            <a:r>
              <a:rPr lang="en-US" sz="4225" b="1" dirty="0">
                <a:solidFill>
                  <a:srgbClr val="000000"/>
                </a:solidFill>
                <a:latin typeface="Times New Roman" panose="02020603050405020304" pitchFamily="18" charset="0"/>
                <a:ea typeface="Rosario Bold"/>
                <a:cs typeface="Times New Roman" panose="02020603050405020304" pitchFamily="18" charset="0"/>
                <a:sym typeface="Rosario Bold"/>
              </a:rPr>
              <a:t> </a:t>
            </a:r>
            <a:r>
              <a:rPr lang="en-US" sz="4225" b="1" dirty="0" err="1">
                <a:solidFill>
                  <a:srgbClr val="000000"/>
                </a:solidFill>
                <a:latin typeface="Times New Roman" panose="02020603050405020304" pitchFamily="18" charset="0"/>
                <a:ea typeface="Rosario Bold"/>
                <a:cs typeface="Times New Roman" panose="02020603050405020304" pitchFamily="18" charset="0"/>
                <a:sym typeface="Rosario Bold"/>
              </a:rPr>
              <a:t>ứng</a:t>
            </a:r>
            <a:r>
              <a:rPr lang="en-US" sz="4225" b="1" dirty="0">
                <a:solidFill>
                  <a:srgbClr val="000000"/>
                </a:solidFill>
                <a:latin typeface="Times New Roman" panose="02020603050405020304" pitchFamily="18" charset="0"/>
                <a:ea typeface="Rosario Bold"/>
                <a:cs typeface="Times New Roman" panose="02020603050405020304" pitchFamily="18" charset="0"/>
                <a:sym typeface="Rosario Bold"/>
              </a:rPr>
              <a:t> </a:t>
            </a:r>
            <a:r>
              <a:rPr lang="en-US" sz="4225" b="1" dirty="0" err="1">
                <a:solidFill>
                  <a:srgbClr val="000000"/>
                </a:solidFill>
                <a:latin typeface="Times New Roman" panose="02020603050405020304" pitchFamily="18" charset="0"/>
                <a:ea typeface="Rosario Bold"/>
                <a:cs typeface="Times New Roman" panose="02020603050405020304" pitchFamily="18" charset="0"/>
                <a:sym typeface="Rosario Bold"/>
              </a:rPr>
              <a:t>dụng</a:t>
            </a:r>
            <a:r>
              <a:rPr lang="en-US" sz="4225" b="1" dirty="0">
                <a:solidFill>
                  <a:srgbClr val="000000"/>
                </a:solidFill>
                <a:latin typeface="Times New Roman" panose="02020603050405020304" pitchFamily="18" charset="0"/>
                <a:ea typeface="Rosario Bold"/>
                <a:cs typeface="Times New Roman" panose="02020603050405020304" pitchFamily="18" charset="0"/>
                <a:sym typeface="Rosario Bold"/>
              </a:rPr>
              <a:t> </a:t>
            </a:r>
            <a:r>
              <a:rPr lang="en-US" sz="4225" b="1" dirty="0" err="1">
                <a:solidFill>
                  <a:srgbClr val="000000"/>
                </a:solidFill>
                <a:latin typeface="Times New Roman" panose="02020603050405020304" pitchFamily="18" charset="0"/>
                <a:ea typeface="Rosario Bold"/>
                <a:cs typeface="Times New Roman" panose="02020603050405020304" pitchFamily="18" charset="0"/>
                <a:sym typeface="Rosario Bold"/>
              </a:rPr>
              <a:t>được</a:t>
            </a:r>
            <a:r>
              <a:rPr lang="en-US" sz="4225" b="1" dirty="0">
                <a:solidFill>
                  <a:srgbClr val="000000"/>
                </a:solidFill>
                <a:latin typeface="Times New Roman" panose="02020603050405020304" pitchFamily="18" charset="0"/>
                <a:ea typeface="Rosario Bold"/>
                <a:cs typeface="Times New Roman" panose="02020603050405020304" pitchFamily="18" charset="0"/>
                <a:sym typeface="Rosario Bold"/>
              </a:rPr>
              <a:t> </a:t>
            </a:r>
            <a:r>
              <a:rPr lang="en-US" sz="4225" b="1" dirty="0" err="1">
                <a:solidFill>
                  <a:srgbClr val="000000"/>
                </a:solidFill>
                <a:latin typeface="Times New Roman" panose="02020603050405020304" pitchFamily="18" charset="0"/>
                <a:ea typeface="Rosario Bold"/>
                <a:cs typeface="Times New Roman" panose="02020603050405020304" pitchFamily="18" charset="0"/>
                <a:sym typeface="Rosario Bold"/>
              </a:rPr>
              <a:t>kiểm</a:t>
            </a:r>
            <a:r>
              <a:rPr lang="en-US" sz="4225" b="1" dirty="0">
                <a:solidFill>
                  <a:srgbClr val="000000"/>
                </a:solidFill>
                <a:latin typeface="Times New Roman" panose="02020603050405020304" pitchFamily="18" charset="0"/>
                <a:ea typeface="Rosario Bold"/>
                <a:cs typeface="Times New Roman" panose="02020603050405020304" pitchFamily="18" charset="0"/>
                <a:sym typeface="Rosario Bold"/>
              </a:rPr>
              <a:t> </a:t>
            </a:r>
            <a:r>
              <a:rPr lang="en-US" sz="4225" b="1" dirty="0" err="1">
                <a:solidFill>
                  <a:srgbClr val="000000"/>
                </a:solidFill>
                <a:latin typeface="Times New Roman" panose="02020603050405020304" pitchFamily="18" charset="0"/>
                <a:ea typeface="Rosario Bold"/>
                <a:cs typeface="Times New Roman" panose="02020603050405020304" pitchFamily="18" charset="0"/>
                <a:sym typeface="Rosario Bold"/>
              </a:rPr>
              <a:t>thử</a:t>
            </a:r>
            <a:endParaRPr lang="en-US" sz="4225" b="1" dirty="0">
              <a:solidFill>
                <a:srgbClr val="000000"/>
              </a:solidFill>
              <a:latin typeface="Times New Roman" panose="02020603050405020304" pitchFamily="18" charset="0"/>
              <a:ea typeface="Rosario Bold"/>
              <a:cs typeface="Times New Roman" panose="02020603050405020304" pitchFamily="18" charset="0"/>
              <a:sym typeface="Rosario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28700" y="1726183"/>
            <a:ext cx="16230600" cy="5551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88"/>
              </a:lnSpc>
              <a:spcBef>
                <a:spcPct val="0"/>
              </a:spcBef>
            </a:pPr>
            <a:r>
              <a:rPr lang="en-US" sz="3920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       </a:t>
            </a:r>
            <a:r>
              <a:rPr lang="en-US" sz="3920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Ứng</a:t>
            </a:r>
            <a:r>
              <a:rPr lang="en-US" sz="3920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3920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dụng</a:t>
            </a:r>
            <a:r>
              <a:rPr lang="en-US" sz="3920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3920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được</a:t>
            </a:r>
            <a:r>
              <a:rPr lang="en-US" sz="3920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3920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lựa</a:t>
            </a:r>
            <a:r>
              <a:rPr lang="en-US" sz="3920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3920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chọn</a:t>
            </a:r>
            <a:r>
              <a:rPr lang="en-US" sz="3920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3920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để</a:t>
            </a:r>
            <a:r>
              <a:rPr lang="en-US" sz="3920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3920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thực</a:t>
            </a:r>
            <a:r>
              <a:rPr lang="en-US" sz="3920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3920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hiện</a:t>
            </a:r>
            <a:r>
              <a:rPr lang="en-US" sz="3920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3920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kiểm</a:t>
            </a:r>
            <a:r>
              <a:rPr lang="en-US" sz="3920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3920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thử</a:t>
            </a:r>
            <a:r>
              <a:rPr lang="en-US" sz="3920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3920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là</a:t>
            </a:r>
            <a:r>
              <a:rPr lang="en-US" sz="3920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website </a:t>
            </a:r>
            <a:r>
              <a:rPr lang="en-US" sz="3920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thương</a:t>
            </a:r>
            <a:r>
              <a:rPr lang="en-US" sz="3920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3920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mại</a:t>
            </a:r>
            <a:r>
              <a:rPr lang="en-US" sz="3920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3920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điện</a:t>
            </a:r>
            <a:r>
              <a:rPr lang="en-US" sz="3920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3920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tử</a:t>
            </a:r>
            <a:r>
              <a:rPr lang="en-US" sz="3920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demo </a:t>
            </a:r>
            <a:r>
              <a:rPr lang="en-US" sz="3920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tại</a:t>
            </a:r>
            <a:r>
              <a:rPr lang="en-US" sz="3920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3920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đường</a:t>
            </a:r>
            <a:r>
              <a:rPr lang="en-US" sz="3920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3920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dẫn</a:t>
            </a:r>
            <a:r>
              <a:rPr lang="en-US" sz="3920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: </a:t>
            </a:r>
          </a:p>
          <a:p>
            <a:pPr algn="l">
              <a:lnSpc>
                <a:spcPts val="5488"/>
              </a:lnSpc>
              <a:spcBef>
                <a:spcPct val="0"/>
              </a:spcBef>
            </a:pPr>
            <a:r>
              <a:rPr lang="en-US" sz="3920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          https://qa-practice.razvanvancea.ro/auth_ecommerce.html</a:t>
            </a:r>
          </a:p>
          <a:p>
            <a:pPr algn="l">
              <a:lnSpc>
                <a:spcPts val="5488"/>
              </a:lnSpc>
              <a:spcBef>
                <a:spcPct val="0"/>
              </a:spcBef>
            </a:pPr>
            <a:r>
              <a:rPr lang="en-US" sz="3920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      </a:t>
            </a:r>
            <a:r>
              <a:rPr lang="en-US" sz="3920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Đây</a:t>
            </a:r>
            <a:r>
              <a:rPr lang="en-US" sz="3920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3920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là</a:t>
            </a:r>
            <a:r>
              <a:rPr lang="en-US" sz="3920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3920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một</a:t>
            </a:r>
            <a:r>
              <a:rPr lang="en-US" sz="3920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3920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hệ</a:t>
            </a:r>
            <a:r>
              <a:rPr lang="en-US" sz="3920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3920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thống</a:t>
            </a:r>
            <a:r>
              <a:rPr lang="en-US" sz="3920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web </a:t>
            </a:r>
            <a:r>
              <a:rPr lang="en-US" sz="3920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mô</a:t>
            </a:r>
            <a:r>
              <a:rPr lang="en-US" sz="3920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3920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phỏng</a:t>
            </a:r>
            <a:r>
              <a:rPr lang="en-US" sz="3920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3920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một</a:t>
            </a:r>
            <a:r>
              <a:rPr lang="en-US" sz="3920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website </a:t>
            </a:r>
            <a:r>
              <a:rPr lang="en-US" sz="3920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bán</a:t>
            </a:r>
            <a:r>
              <a:rPr lang="en-US" sz="3920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3920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hàng</a:t>
            </a:r>
            <a:r>
              <a:rPr lang="en-US" sz="3920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3920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trực</a:t>
            </a:r>
            <a:r>
              <a:rPr lang="en-US" sz="3920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3920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tuyến</a:t>
            </a:r>
            <a:r>
              <a:rPr lang="en-US" sz="3920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, </a:t>
            </a:r>
            <a:r>
              <a:rPr lang="en-US" sz="3920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cho</a:t>
            </a:r>
            <a:r>
              <a:rPr lang="en-US" sz="3920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3920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phép</a:t>
            </a:r>
            <a:r>
              <a:rPr lang="en-US" sz="3920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3920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người</a:t>
            </a:r>
            <a:r>
              <a:rPr lang="en-US" sz="3920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3920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dùng</a:t>
            </a:r>
            <a:r>
              <a:rPr lang="en-US" sz="3920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3920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đăng</a:t>
            </a:r>
            <a:r>
              <a:rPr lang="en-US" sz="3920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3920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ký</a:t>
            </a:r>
            <a:r>
              <a:rPr lang="en-US" sz="3920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3920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tài</a:t>
            </a:r>
            <a:r>
              <a:rPr lang="en-US" sz="3920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3920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khoản</a:t>
            </a:r>
            <a:r>
              <a:rPr lang="en-US" sz="3920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, </a:t>
            </a:r>
            <a:r>
              <a:rPr lang="en-US" sz="3920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đăng</a:t>
            </a:r>
            <a:r>
              <a:rPr lang="en-US" sz="3920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3920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nhập</a:t>
            </a:r>
            <a:r>
              <a:rPr lang="en-US" sz="3920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3920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và</a:t>
            </a:r>
            <a:r>
              <a:rPr lang="en-US" sz="3920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3920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thực</a:t>
            </a:r>
            <a:r>
              <a:rPr lang="en-US" sz="3920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3920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hiện</a:t>
            </a:r>
            <a:r>
              <a:rPr lang="en-US" sz="3920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3920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các</a:t>
            </a:r>
            <a:r>
              <a:rPr lang="en-US" sz="3920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3920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thao</a:t>
            </a:r>
            <a:r>
              <a:rPr lang="en-US" sz="3920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3920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tác</a:t>
            </a:r>
            <a:r>
              <a:rPr lang="en-US" sz="3920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3920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mua</a:t>
            </a:r>
            <a:r>
              <a:rPr lang="en-US" sz="3920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3920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sắm</a:t>
            </a:r>
            <a:r>
              <a:rPr lang="en-US" sz="3920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.</a:t>
            </a:r>
          </a:p>
          <a:p>
            <a:pPr algn="l">
              <a:lnSpc>
                <a:spcPts val="5488"/>
              </a:lnSpc>
              <a:spcBef>
                <a:spcPct val="0"/>
              </a:spcBef>
            </a:pPr>
            <a:r>
              <a:rPr lang="en-US" sz="3920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        Trong </a:t>
            </a:r>
            <a:r>
              <a:rPr lang="en-US" sz="3920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phạm</a:t>
            </a:r>
            <a:r>
              <a:rPr lang="en-US" sz="3920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vi </a:t>
            </a:r>
            <a:r>
              <a:rPr lang="en-US" sz="3920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bài</a:t>
            </a:r>
            <a:r>
              <a:rPr lang="en-US" sz="3920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3920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tập</a:t>
            </a:r>
            <a:r>
              <a:rPr lang="en-US" sz="3920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3920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này</a:t>
            </a:r>
            <a:r>
              <a:rPr lang="en-US" sz="3920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, </a:t>
            </a:r>
            <a:r>
              <a:rPr lang="en-US" sz="3920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việc</a:t>
            </a:r>
            <a:r>
              <a:rPr lang="en-US" sz="3920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3920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kiểm</a:t>
            </a:r>
            <a:r>
              <a:rPr lang="en-US" sz="3920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3920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thử</a:t>
            </a:r>
            <a:r>
              <a:rPr lang="en-US" sz="3920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3920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tập</a:t>
            </a:r>
            <a:r>
              <a:rPr lang="en-US" sz="3920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3920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trung</a:t>
            </a:r>
            <a:r>
              <a:rPr lang="en-US" sz="3920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3920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vào</a:t>
            </a:r>
            <a:r>
              <a:rPr lang="en-US" sz="3920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3920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hai</a:t>
            </a:r>
            <a:r>
              <a:rPr lang="en-US" sz="3920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3920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chức</a:t>
            </a:r>
            <a:r>
              <a:rPr lang="en-US" sz="3920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3920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năng</a:t>
            </a:r>
            <a:r>
              <a:rPr lang="en-US" sz="3920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3920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chính</a:t>
            </a:r>
            <a:r>
              <a:rPr lang="en-US" sz="3920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3920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là</a:t>
            </a:r>
            <a:r>
              <a:rPr lang="en-US" sz="3920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3920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Đăng</a:t>
            </a:r>
            <a:r>
              <a:rPr lang="en-US" sz="3920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3920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ký</a:t>
            </a:r>
            <a:r>
              <a:rPr lang="en-US" sz="3920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3920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và</a:t>
            </a:r>
            <a:r>
              <a:rPr lang="en-US" sz="3920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3920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Đăng</a:t>
            </a:r>
            <a:r>
              <a:rPr lang="en-US" sz="3920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3920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nhập</a:t>
            </a:r>
            <a:r>
              <a:rPr lang="en-US" sz="3920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6626" y="5833032"/>
            <a:ext cx="16775733" cy="1242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16"/>
              </a:lnSpc>
              <a:spcBef>
                <a:spcPct val="0"/>
              </a:spcBef>
            </a:pPr>
            <a:r>
              <a:rPr lang="en-US" sz="3583" b="1" dirty="0">
                <a:solidFill>
                  <a:srgbClr val="000000"/>
                </a:solidFill>
                <a:latin typeface="Times New Roman" panose="02020603050405020304" pitchFamily="18" charset="0"/>
                <a:ea typeface="Public Sans Bold"/>
                <a:cs typeface="Times New Roman" panose="02020603050405020304" pitchFamily="18" charset="0"/>
                <a:sym typeface="Public Sans Bold"/>
              </a:rPr>
              <a:t>1.3. </a:t>
            </a:r>
            <a:r>
              <a:rPr lang="en-US" sz="3583" b="1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 Bold"/>
                <a:cs typeface="Times New Roman" panose="02020603050405020304" pitchFamily="18" charset="0"/>
                <a:sym typeface="Public Sans Bold"/>
              </a:rPr>
              <a:t>Thời</a:t>
            </a:r>
            <a:r>
              <a:rPr lang="en-US" sz="3583" b="1" dirty="0">
                <a:solidFill>
                  <a:srgbClr val="000000"/>
                </a:solidFill>
                <a:latin typeface="Times New Roman" panose="02020603050405020304" pitchFamily="18" charset="0"/>
                <a:ea typeface="Public Sans Bold"/>
                <a:cs typeface="Times New Roman" panose="02020603050405020304" pitchFamily="18" charset="0"/>
                <a:sym typeface="Public Sans Bold"/>
              </a:rPr>
              <a:t> </a:t>
            </a:r>
            <a:r>
              <a:rPr lang="en-US" sz="3583" b="1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 Bold"/>
                <a:cs typeface="Times New Roman" panose="02020603050405020304" pitchFamily="18" charset="0"/>
                <a:sym typeface="Public Sans Bold"/>
              </a:rPr>
              <a:t>gian</a:t>
            </a:r>
            <a:r>
              <a:rPr lang="en-US" sz="3583" b="1" dirty="0">
                <a:solidFill>
                  <a:srgbClr val="000000"/>
                </a:solidFill>
                <a:latin typeface="Times New Roman" panose="02020603050405020304" pitchFamily="18" charset="0"/>
                <a:ea typeface="Public Sans Bold"/>
                <a:cs typeface="Times New Roman" panose="02020603050405020304" pitchFamily="18" charset="0"/>
                <a:sym typeface="Public Sans Bold"/>
              </a:rPr>
              <a:t> </a:t>
            </a:r>
            <a:r>
              <a:rPr lang="en-US" sz="3583" b="1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 Bold"/>
                <a:cs typeface="Times New Roman" panose="02020603050405020304" pitchFamily="18" charset="0"/>
                <a:sym typeface="Public Sans Bold"/>
              </a:rPr>
              <a:t>dự</a:t>
            </a:r>
            <a:r>
              <a:rPr lang="en-US" sz="3583" b="1" dirty="0">
                <a:solidFill>
                  <a:srgbClr val="000000"/>
                </a:solidFill>
                <a:latin typeface="Times New Roman" panose="02020603050405020304" pitchFamily="18" charset="0"/>
                <a:ea typeface="Public Sans Bold"/>
                <a:cs typeface="Times New Roman" panose="02020603050405020304" pitchFamily="18" charset="0"/>
                <a:sym typeface="Public Sans Bold"/>
              </a:rPr>
              <a:t> </a:t>
            </a:r>
            <a:r>
              <a:rPr lang="en-US" sz="3583" b="1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 Bold"/>
                <a:cs typeface="Times New Roman" panose="02020603050405020304" pitchFamily="18" charset="0"/>
                <a:sym typeface="Public Sans Bold"/>
              </a:rPr>
              <a:t>kiến</a:t>
            </a:r>
            <a:r>
              <a:rPr lang="en-US" sz="3583" b="1" dirty="0">
                <a:solidFill>
                  <a:srgbClr val="000000"/>
                </a:solidFill>
                <a:latin typeface="Times New Roman" panose="02020603050405020304" pitchFamily="18" charset="0"/>
                <a:ea typeface="Public Sans Bold"/>
                <a:cs typeface="Times New Roman" panose="02020603050405020304" pitchFamily="18" charset="0"/>
                <a:sym typeface="Public Sans Bold"/>
              </a:rPr>
              <a:t> </a:t>
            </a:r>
            <a:r>
              <a:rPr lang="en-US" sz="3583" b="1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 Bold"/>
                <a:cs typeface="Times New Roman" panose="02020603050405020304" pitchFamily="18" charset="0"/>
                <a:sym typeface="Public Sans Bold"/>
              </a:rPr>
              <a:t>kiểm</a:t>
            </a:r>
            <a:r>
              <a:rPr lang="en-US" sz="3583" b="1" dirty="0">
                <a:solidFill>
                  <a:srgbClr val="000000"/>
                </a:solidFill>
                <a:latin typeface="Times New Roman" panose="02020603050405020304" pitchFamily="18" charset="0"/>
                <a:ea typeface="Public Sans Bold"/>
                <a:cs typeface="Times New Roman" panose="02020603050405020304" pitchFamily="18" charset="0"/>
                <a:sym typeface="Public Sans Bold"/>
              </a:rPr>
              <a:t> </a:t>
            </a:r>
            <a:r>
              <a:rPr lang="en-US" sz="3583" b="1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 Bold"/>
                <a:cs typeface="Times New Roman" panose="02020603050405020304" pitchFamily="18" charset="0"/>
                <a:sym typeface="Public Sans Bold"/>
              </a:rPr>
              <a:t>thử</a:t>
            </a:r>
            <a:endParaRPr lang="en-US" sz="3583" b="1" dirty="0">
              <a:solidFill>
                <a:srgbClr val="000000"/>
              </a:solidFill>
              <a:latin typeface="Times New Roman" panose="02020603050405020304" pitchFamily="18" charset="0"/>
              <a:ea typeface="Public Sans Bold"/>
              <a:cs typeface="Times New Roman" panose="02020603050405020304" pitchFamily="18" charset="0"/>
              <a:sym typeface="Public Sans Bold"/>
            </a:endParaRPr>
          </a:p>
          <a:p>
            <a:pPr algn="l">
              <a:lnSpc>
                <a:spcPts val="5016"/>
              </a:lnSpc>
              <a:spcBef>
                <a:spcPct val="0"/>
              </a:spcBef>
            </a:pPr>
            <a:r>
              <a:rPr lang="en-US" sz="3583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Từ</a:t>
            </a:r>
            <a:r>
              <a:rPr lang="en-US" sz="3583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3583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ngày</a:t>
            </a:r>
            <a:r>
              <a:rPr lang="en-US" sz="3583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1/1/2026 </a:t>
            </a:r>
            <a:r>
              <a:rPr lang="en-US" sz="3583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đến</a:t>
            </a:r>
            <a:r>
              <a:rPr lang="en-US" sz="3583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3583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ngày</a:t>
            </a:r>
            <a:r>
              <a:rPr lang="en-US" sz="3583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3/3/2026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06626" y="942975"/>
            <a:ext cx="16752674" cy="4789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55"/>
              </a:lnSpc>
              <a:spcBef>
                <a:spcPct val="0"/>
              </a:spcBef>
            </a:pPr>
            <a:r>
              <a:rPr lang="en-US" sz="3825" b="1" dirty="0">
                <a:solidFill>
                  <a:srgbClr val="000000"/>
                </a:solidFill>
                <a:latin typeface="Times New Roman" panose="02020603050405020304" pitchFamily="18" charset="0"/>
                <a:ea typeface="Public Sans Bold"/>
                <a:cs typeface="Times New Roman" panose="02020603050405020304" pitchFamily="18" charset="0"/>
                <a:sym typeface="Public Sans Bold"/>
              </a:rPr>
              <a:t>1.2. </a:t>
            </a:r>
            <a:r>
              <a:rPr lang="en-US" sz="3825" b="1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 Bold"/>
                <a:cs typeface="Times New Roman" panose="02020603050405020304" pitchFamily="18" charset="0"/>
                <a:sym typeface="Public Sans Bold"/>
              </a:rPr>
              <a:t>Mục</a:t>
            </a:r>
            <a:r>
              <a:rPr lang="en-US" sz="3825" b="1" dirty="0">
                <a:solidFill>
                  <a:srgbClr val="000000"/>
                </a:solidFill>
                <a:latin typeface="Times New Roman" panose="02020603050405020304" pitchFamily="18" charset="0"/>
                <a:ea typeface="Public Sans Bold"/>
                <a:cs typeface="Times New Roman" panose="02020603050405020304" pitchFamily="18" charset="0"/>
                <a:sym typeface="Public Sans Bold"/>
              </a:rPr>
              <a:t> </a:t>
            </a:r>
            <a:r>
              <a:rPr lang="en-US" sz="3825" b="1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 Bold"/>
                <a:cs typeface="Times New Roman" panose="02020603050405020304" pitchFamily="18" charset="0"/>
                <a:sym typeface="Public Sans Bold"/>
              </a:rPr>
              <a:t>tiêu</a:t>
            </a:r>
            <a:r>
              <a:rPr lang="en-US" sz="3825" b="1" dirty="0">
                <a:solidFill>
                  <a:srgbClr val="000000"/>
                </a:solidFill>
                <a:latin typeface="Times New Roman" panose="02020603050405020304" pitchFamily="18" charset="0"/>
                <a:ea typeface="Public Sans Bold"/>
                <a:cs typeface="Times New Roman" panose="02020603050405020304" pitchFamily="18" charset="0"/>
                <a:sym typeface="Public Sans Bold"/>
              </a:rPr>
              <a:t> </a:t>
            </a:r>
            <a:r>
              <a:rPr lang="en-US" sz="3825" b="1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 Bold"/>
                <a:cs typeface="Times New Roman" panose="02020603050405020304" pitchFamily="18" charset="0"/>
                <a:sym typeface="Public Sans Bold"/>
              </a:rPr>
              <a:t>khi</a:t>
            </a:r>
            <a:r>
              <a:rPr lang="en-US" sz="3825" b="1" dirty="0">
                <a:solidFill>
                  <a:srgbClr val="000000"/>
                </a:solidFill>
                <a:latin typeface="Times New Roman" panose="02020603050405020304" pitchFamily="18" charset="0"/>
                <a:ea typeface="Public Sans Bold"/>
                <a:cs typeface="Times New Roman" panose="02020603050405020304" pitchFamily="18" charset="0"/>
                <a:sym typeface="Public Sans Bold"/>
              </a:rPr>
              <a:t> </a:t>
            </a:r>
            <a:r>
              <a:rPr lang="en-US" sz="3825" b="1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 Bold"/>
                <a:cs typeface="Times New Roman" panose="02020603050405020304" pitchFamily="18" charset="0"/>
                <a:sym typeface="Public Sans Bold"/>
              </a:rPr>
              <a:t>thực</a:t>
            </a:r>
            <a:r>
              <a:rPr lang="en-US" sz="3825" b="1" dirty="0">
                <a:solidFill>
                  <a:srgbClr val="000000"/>
                </a:solidFill>
                <a:latin typeface="Times New Roman" panose="02020603050405020304" pitchFamily="18" charset="0"/>
                <a:ea typeface="Public Sans Bold"/>
                <a:cs typeface="Times New Roman" panose="02020603050405020304" pitchFamily="18" charset="0"/>
                <a:sym typeface="Public Sans Bold"/>
              </a:rPr>
              <a:t> </a:t>
            </a:r>
            <a:r>
              <a:rPr lang="en-US" sz="3825" b="1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 Bold"/>
                <a:cs typeface="Times New Roman" panose="02020603050405020304" pitchFamily="18" charset="0"/>
                <a:sym typeface="Public Sans Bold"/>
              </a:rPr>
              <a:t>hiện</a:t>
            </a:r>
            <a:r>
              <a:rPr lang="en-US" sz="3825" b="1" dirty="0">
                <a:solidFill>
                  <a:srgbClr val="000000"/>
                </a:solidFill>
                <a:latin typeface="Times New Roman" panose="02020603050405020304" pitchFamily="18" charset="0"/>
                <a:ea typeface="Public Sans Bold"/>
                <a:cs typeface="Times New Roman" panose="02020603050405020304" pitchFamily="18" charset="0"/>
                <a:sym typeface="Public Sans Bold"/>
              </a:rPr>
              <a:t> </a:t>
            </a:r>
            <a:r>
              <a:rPr lang="en-US" sz="3825" b="1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 Bold"/>
                <a:cs typeface="Times New Roman" panose="02020603050405020304" pitchFamily="18" charset="0"/>
                <a:sym typeface="Public Sans Bold"/>
              </a:rPr>
              <a:t>bài</a:t>
            </a:r>
            <a:r>
              <a:rPr lang="en-US" sz="3825" b="1" dirty="0">
                <a:solidFill>
                  <a:srgbClr val="000000"/>
                </a:solidFill>
                <a:latin typeface="Times New Roman" panose="02020603050405020304" pitchFamily="18" charset="0"/>
                <a:ea typeface="Public Sans Bold"/>
                <a:cs typeface="Times New Roman" panose="02020603050405020304" pitchFamily="18" charset="0"/>
                <a:sym typeface="Public Sans Bold"/>
              </a:rPr>
              <a:t> </a:t>
            </a:r>
            <a:r>
              <a:rPr lang="en-US" sz="3825" b="1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 Bold"/>
                <a:cs typeface="Times New Roman" panose="02020603050405020304" pitchFamily="18" charset="0"/>
                <a:sym typeface="Public Sans Bold"/>
              </a:rPr>
              <a:t>tập</a:t>
            </a:r>
            <a:endParaRPr lang="en-US" sz="3825" b="1" dirty="0">
              <a:solidFill>
                <a:srgbClr val="000000"/>
              </a:solidFill>
              <a:latin typeface="Times New Roman" panose="02020603050405020304" pitchFamily="18" charset="0"/>
              <a:ea typeface="Public Sans Bold"/>
              <a:cs typeface="Times New Roman" panose="02020603050405020304" pitchFamily="18" charset="0"/>
              <a:sym typeface="Public Sans Bold"/>
            </a:endParaRPr>
          </a:p>
          <a:p>
            <a:pPr algn="l">
              <a:lnSpc>
                <a:spcPts val="5355"/>
              </a:lnSpc>
              <a:spcBef>
                <a:spcPct val="0"/>
              </a:spcBef>
            </a:pPr>
            <a:r>
              <a:rPr lang="en-US" sz="3825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Mục</a:t>
            </a:r>
            <a:r>
              <a:rPr lang="en-US" sz="3825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3825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tiêu</a:t>
            </a:r>
            <a:r>
              <a:rPr lang="en-US" sz="3825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3825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của</a:t>
            </a:r>
            <a:r>
              <a:rPr lang="en-US" sz="3825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3825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bài</a:t>
            </a:r>
            <a:r>
              <a:rPr lang="en-US" sz="3825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3825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kiểm</a:t>
            </a:r>
            <a:r>
              <a:rPr lang="en-US" sz="3825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3825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thử</a:t>
            </a:r>
            <a:r>
              <a:rPr lang="en-US" sz="3825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bao </a:t>
            </a:r>
            <a:r>
              <a:rPr lang="en-US" sz="3825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gồm</a:t>
            </a:r>
            <a:r>
              <a:rPr lang="en-US" sz="3825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:</a:t>
            </a:r>
          </a:p>
          <a:p>
            <a:pPr algn="l">
              <a:lnSpc>
                <a:spcPts val="5355"/>
              </a:lnSpc>
              <a:spcBef>
                <a:spcPct val="0"/>
              </a:spcBef>
            </a:pPr>
            <a:r>
              <a:rPr lang="en-US" sz="3825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· </a:t>
            </a:r>
            <a:r>
              <a:rPr lang="en-US" sz="3825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Hiểu</a:t>
            </a:r>
            <a:r>
              <a:rPr lang="en-US" sz="3825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3825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và</a:t>
            </a:r>
            <a:r>
              <a:rPr lang="en-US" sz="3825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3825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áp</a:t>
            </a:r>
            <a:r>
              <a:rPr lang="en-US" sz="3825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3825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dụng</a:t>
            </a:r>
            <a:r>
              <a:rPr lang="en-US" sz="3825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3825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quy</a:t>
            </a:r>
            <a:r>
              <a:rPr lang="en-US" sz="3825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3825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trình</a:t>
            </a:r>
            <a:r>
              <a:rPr lang="en-US" sz="3825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3825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kiểm</a:t>
            </a:r>
            <a:r>
              <a:rPr lang="en-US" sz="3825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3825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thử</a:t>
            </a:r>
            <a:r>
              <a:rPr lang="en-US" sz="3825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3825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phần</a:t>
            </a:r>
            <a:r>
              <a:rPr lang="en-US" sz="3825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3825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mềm</a:t>
            </a:r>
            <a:r>
              <a:rPr lang="en-US" sz="3825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3825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vào</a:t>
            </a:r>
            <a:r>
              <a:rPr lang="en-US" sz="3825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3825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thực</a:t>
            </a:r>
            <a:r>
              <a:rPr lang="en-US" sz="3825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3825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tế</a:t>
            </a:r>
            <a:endParaRPr lang="en-US" sz="3825" dirty="0">
              <a:solidFill>
                <a:srgbClr val="000000"/>
              </a:solidFill>
              <a:latin typeface="Times New Roman" panose="02020603050405020304" pitchFamily="18" charset="0"/>
              <a:ea typeface="Public Sans"/>
              <a:cs typeface="Times New Roman" panose="02020603050405020304" pitchFamily="18" charset="0"/>
              <a:sym typeface="Public Sans"/>
            </a:endParaRPr>
          </a:p>
          <a:p>
            <a:pPr algn="l">
              <a:lnSpc>
                <a:spcPts val="5355"/>
              </a:lnSpc>
              <a:spcBef>
                <a:spcPct val="0"/>
              </a:spcBef>
            </a:pPr>
            <a:r>
              <a:rPr lang="en-US" sz="3825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· </a:t>
            </a:r>
            <a:r>
              <a:rPr lang="en-US" sz="3825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Xây</a:t>
            </a:r>
            <a:r>
              <a:rPr lang="en-US" sz="3825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3825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dựng</a:t>
            </a:r>
            <a:r>
              <a:rPr lang="en-US" sz="3825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3825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và</a:t>
            </a:r>
            <a:r>
              <a:rPr lang="en-US" sz="3825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3825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thiết</a:t>
            </a:r>
            <a:r>
              <a:rPr lang="en-US" sz="3825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3825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kế</a:t>
            </a:r>
            <a:r>
              <a:rPr lang="en-US" sz="3825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test case </a:t>
            </a:r>
            <a:r>
              <a:rPr lang="en-US" sz="3825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cho</a:t>
            </a:r>
            <a:r>
              <a:rPr lang="en-US" sz="3825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3825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các</a:t>
            </a:r>
            <a:r>
              <a:rPr lang="en-US" sz="3825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3825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chức</a:t>
            </a:r>
            <a:r>
              <a:rPr lang="en-US" sz="3825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3825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năng</a:t>
            </a:r>
            <a:r>
              <a:rPr lang="en-US" sz="3825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3825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cơ</a:t>
            </a:r>
            <a:r>
              <a:rPr lang="en-US" sz="3825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3825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bản</a:t>
            </a:r>
            <a:endParaRPr lang="en-US" sz="3825" dirty="0">
              <a:solidFill>
                <a:srgbClr val="000000"/>
              </a:solidFill>
              <a:latin typeface="Times New Roman" panose="02020603050405020304" pitchFamily="18" charset="0"/>
              <a:ea typeface="Public Sans"/>
              <a:cs typeface="Times New Roman" panose="02020603050405020304" pitchFamily="18" charset="0"/>
              <a:sym typeface="Public Sans"/>
            </a:endParaRPr>
          </a:p>
          <a:p>
            <a:pPr algn="l">
              <a:lnSpc>
                <a:spcPts val="5355"/>
              </a:lnSpc>
              <a:spcBef>
                <a:spcPct val="0"/>
              </a:spcBef>
            </a:pPr>
            <a:r>
              <a:rPr lang="en-US" sz="3825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· </a:t>
            </a:r>
            <a:r>
              <a:rPr lang="en-US" sz="3825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Thực</a:t>
            </a:r>
            <a:r>
              <a:rPr lang="en-US" sz="3825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3825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hiện</a:t>
            </a:r>
            <a:r>
              <a:rPr lang="en-US" sz="3825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3825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kiểm</a:t>
            </a:r>
            <a:r>
              <a:rPr lang="en-US" sz="3825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3825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thử</a:t>
            </a:r>
            <a:r>
              <a:rPr lang="en-US" sz="3825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3825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để</a:t>
            </a:r>
            <a:r>
              <a:rPr lang="en-US" sz="3825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3825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phát</a:t>
            </a:r>
            <a:r>
              <a:rPr lang="en-US" sz="3825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3825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hiện</a:t>
            </a:r>
            <a:r>
              <a:rPr lang="en-US" sz="3825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3825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lỗi</a:t>
            </a:r>
            <a:r>
              <a:rPr lang="en-US" sz="3825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(</a:t>
            </a:r>
            <a:r>
              <a:rPr lang="en-US" sz="3825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nếu</a:t>
            </a:r>
            <a:r>
              <a:rPr lang="en-US" sz="3825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3825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có</a:t>
            </a:r>
            <a:r>
              <a:rPr lang="en-US" sz="3825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)</a:t>
            </a:r>
          </a:p>
          <a:p>
            <a:pPr algn="l">
              <a:lnSpc>
                <a:spcPts val="5355"/>
              </a:lnSpc>
              <a:spcBef>
                <a:spcPct val="0"/>
              </a:spcBef>
            </a:pPr>
            <a:r>
              <a:rPr lang="en-US" sz="3825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· </a:t>
            </a:r>
            <a:r>
              <a:rPr lang="en-US" sz="3825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Đánh</a:t>
            </a:r>
            <a:r>
              <a:rPr lang="en-US" sz="3825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3825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giá</a:t>
            </a:r>
            <a:r>
              <a:rPr lang="en-US" sz="3825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3825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độ</a:t>
            </a:r>
            <a:r>
              <a:rPr lang="en-US" sz="3825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3825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ổn</a:t>
            </a:r>
            <a:r>
              <a:rPr lang="en-US" sz="3825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3825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định</a:t>
            </a:r>
            <a:r>
              <a:rPr lang="en-US" sz="3825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3825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và</a:t>
            </a:r>
            <a:r>
              <a:rPr lang="en-US" sz="3825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3825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tính</a:t>
            </a:r>
            <a:r>
              <a:rPr lang="en-US" sz="3825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3825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chính</a:t>
            </a:r>
            <a:r>
              <a:rPr lang="en-US" sz="3825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3825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xác</a:t>
            </a:r>
            <a:r>
              <a:rPr lang="en-US" sz="3825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3825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của</a:t>
            </a:r>
            <a:r>
              <a:rPr lang="en-US" sz="3825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3825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hệ</a:t>
            </a:r>
            <a:r>
              <a:rPr lang="en-US" sz="3825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3825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thống</a:t>
            </a:r>
            <a:endParaRPr lang="en-US" sz="3825" dirty="0">
              <a:solidFill>
                <a:srgbClr val="000000"/>
              </a:solidFill>
              <a:latin typeface="Times New Roman" panose="02020603050405020304" pitchFamily="18" charset="0"/>
              <a:ea typeface="Public Sans"/>
              <a:cs typeface="Times New Roman" panose="02020603050405020304" pitchFamily="18" charset="0"/>
              <a:sym typeface="Public Sans"/>
            </a:endParaRPr>
          </a:p>
          <a:p>
            <a:pPr algn="l">
              <a:lnSpc>
                <a:spcPts val="5355"/>
              </a:lnSpc>
              <a:spcBef>
                <a:spcPct val="0"/>
              </a:spcBef>
            </a:pPr>
            <a:endParaRPr lang="en-US" sz="3825" dirty="0">
              <a:solidFill>
                <a:srgbClr val="000000"/>
              </a:solidFill>
              <a:latin typeface="Times New Roman" panose="02020603050405020304" pitchFamily="18" charset="0"/>
              <a:ea typeface="Public Sans"/>
              <a:cs typeface="Times New Roman" panose="02020603050405020304" pitchFamily="18" charset="0"/>
              <a:sym typeface="Public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97868" y="464623"/>
            <a:ext cx="9639374" cy="721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15"/>
              </a:lnSpc>
              <a:spcBef>
                <a:spcPct val="0"/>
              </a:spcBef>
            </a:pPr>
            <a:r>
              <a:rPr lang="en-US" sz="4225" b="1" dirty="0">
                <a:solidFill>
                  <a:srgbClr val="000000"/>
                </a:solidFill>
                <a:latin typeface="Times New Roman" panose="02020603050405020304" pitchFamily="18" charset="0"/>
                <a:ea typeface="Public Sans Bold"/>
                <a:cs typeface="Times New Roman" panose="02020603050405020304" pitchFamily="18" charset="0"/>
                <a:sym typeface="Public Sans Bold"/>
              </a:rPr>
              <a:t>2.1. Danh </a:t>
            </a:r>
            <a:r>
              <a:rPr lang="en-US" sz="4225" b="1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 Bold"/>
                <a:cs typeface="Times New Roman" panose="02020603050405020304" pitchFamily="18" charset="0"/>
                <a:sym typeface="Public Sans Bold"/>
              </a:rPr>
              <a:t>sách</a:t>
            </a:r>
            <a:r>
              <a:rPr lang="en-US" sz="4225" b="1" dirty="0">
                <a:solidFill>
                  <a:srgbClr val="000000"/>
                </a:solidFill>
                <a:latin typeface="Times New Roman" panose="02020603050405020304" pitchFamily="18" charset="0"/>
                <a:ea typeface="Public Sans Bold"/>
                <a:cs typeface="Times New Roman" panose="02020603050405020304" pitchFamily="18" charset="0"/>
                <a:sym typeface="Public Sans Bold"/>
              </a:rPr>
              <a:t> </a:t>
            </a:r>
            <a:r>
              <a:rPr lang="en-US" sz="4225" b="1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 Bold"/>
                <a:cs typeface="Times New Roman" panose="02020603050405020304" pitchFamily="18" charset="0"/>
                <a:sym typeface="Public Sans Bold"/>
              </a:rPr>
              <a:t>các</a:t>
            </a:r>
            <a:r>
              <a:rPr lang="en-US" sz="4225" b="1" dirty="0">
                <a:solidFill>
                  <a:srgbClr val="000000"/>
                </a:solidFill>
                <a:latin typeface="Times New Roman" panose="02020603050405020304" pitchFamily="18" charset="0"/>
                <a:ea typeface="Public Sans Bold"/>
                <a:cs typeface="Times New Roman" panose="02020603050405020304" pitchFamily="18" charset="0"/>
                <a:sym typeface="Public Sans Bold"/>
              </a:rPr>
              <a:t> </a:t>
            </a:r>
            <a:r>
              <a:rPr lang="en-US" sz="4225" b="1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 Bold"/>
                <a:cs typeface="Times New Roman" panose="02020603050405020304" pitchFamily="18" charset="0"/>
                <a:sym typeface="Public Sans Bold"/>
              </a:rPr>
              <a:t>chức</a:t>
            </a:r>
            <a:r>
              <a:rPr lang="en-US" sz="4225" b="1" dirty="0">
                <a:solidFill>
                  <a:srgbClr val="000000"/>
                </a:solidFill>
                <a:latin typeface="Times New Roman" panose="02020603050405020304" pitchFamily="18" charset="0"/>
                <a:ea typeface="Public Sans Bold"/>
                <a:cs typeface="Times New Roman" panose="02020603050405020304" pitchFamily="18" charset="0"/>
                <a:sym typeface="Public Sans Bold"/>
              </a:rPr>
              <a:t> </a:t>
            </a:r>
            <a:r>
              <a:rPr lang="en-US" sz="4225" b="1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 Bold"/>
                <a:cs typeface="Times New Roman" panose="02020603050405020304" pitchFamily="18" charset="0"/>
                <a:sym typeface="Public Sans Bold"/>
              </a:rPr>
              <a:t>năng</a:t>
            </a:r>
            <a:r>
              <a:rPr lang="en-US" sz="4225" b="1" dirty="0">
                <a:solidFill>
                  <a:srgbClr val="000000"/>
                </a:solidFill>
                <a:latin typeface="Times New Roman" panose="02020603050405020304" pitchFamily="18" charset="0"/>
                <a:ea typeface="Public Sans Bold"/>
                <a:cs typeface="Times New Roman" panose="02020603050405020304" pitchFamily="18" charset="0"/>
                <a:sym typeface="Public Sans Bold"/>
              </a:rPr>
              <a:t> </a:t>
            </a:r>
            <a:r>
              <a:rPr lang="en-US" sz="4225" b="1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 Bold"/>
                <a:cs typeface="Times New Roman" panose="02020603050405020304" pitchFamily="18" charset="0"/>
                <a:sym typeface="Public Sans Bold"/>
              </a:rPr>
              <a:t>của</a:t>
            </a:r>
            <a:r>
              <a:rPr lang="en-US" sz="4225" b="1" dirty="0">
                <a:solidFill>
                  <a:srgbClr val="000000"/>
                </a:solidFill>
                <a:latin typeface="Times New Roman" panose="02020603050405020304" pitchFamily="18" charset="0"/>
                <a:ea typeface="Public Sans Bold"/>
                <a:cs typeface="Times New Roman" panose="02020603050405020304" pitchFamily="18" charset="0"/>
                <a:sym typeface="Public Sans Bold"/>
              </a:rPr>
              <a:t> </a:t>
            </a:r>
            <a:r>
              <a:rPr lang="en-US" sz="4225" b="1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 Bold"/>
                <a:cs typeface="Times New Roman" panose="02020603050405020304" pitchFamily="18" charset="0"/>
                <a:sym typeface="Public Sans Bold"/>
              </a:rPr>
              <a:t>ứng</a:t>
            </a:r>
            <a:r>
              <a:rPr lang="en-US" sz="4225" b="1" dirty="0">
                <a:solidFill>
                  <a:srgbClr val="000000"/>
                </a:solidFill>
                <a:latin typeface="Times New Roman" panose="02020603050405020304" pitchFamily="18" charset="0"/>
                <a:ea typeface="Public Sans Bold"/>
                <a:cs typeface="Times New Roman" panose="02020603050405020304" pitchFamily="18" charset="0"/>
                <a:sym typeface="Public Sans Bold"/>
              </a:rPr>
              <a:t>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976185" y="1783062"/>
            <a:ext cx="7481962" cy="721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15"/>
              </a:lnSpc>
              <a:spcBef>
                <a:spcPct val="0"/>
              </a:spcBef>
            </a:pPr>
            <a:r>
              <a:rPr lang="en-US" sz="4225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1. </a:t>
            </a:r>
            <a:r>
              <a:rPr lang="en-US" sz="4225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Đăng</a:t>
            </a:r>
            <a:r>
              <a:rPr lang="en-US" sz="4225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4225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ký</a:t>
            </a:r>
            <a:r>
              <a:rPr lang="en-US" sz="4225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4225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tài</a:t>
            </a:r>
            <a:r>
              <a:rPr lang="en-US" sz="4225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4225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khoản</a:t>
            </a:r>
            <a:r>
              <a:rPr lang="en-US" sz="4225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(Register)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218467" y="3017063"/>
            <a:ext cx="5087689" cy="721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15"/>
              </a:lnSpc>
              <a:spcBef>
                <a:spcPct val="0"/>
              </a:spcBef>
            </a:pPr>
            <a:r>
              <a:rPr lang="en-US" sz="4225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2. </a:t>
            </a:r>
            <a:r>
              <a:rPr lang="en-US" sz="4225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Đăng</a:t>
            </a:r>
            <a:r>
              <a:rPr lang="en-US" sz="4225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4225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nhập</a:t>
            </a:r>
            <a:r>
              <a:rPr lang="en-US" sz="4225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(Login)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961942" y="4218217"/>
            <a:ext cx="6111225" cy="721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6113" lvl="1" algn="l">
              <a:lnSpc>
                <a:spcPts val="5915"/>
              </a:lnSpc>
              <a:spcBef>
                <a:spcPct val="0"/>
              </a:spcBef>
            </a:pPr>
            <a:r>
              <a:rPr lang="en-US" sz="4225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3. </a:t>
            </a:r>
            <a:r>
              <a:rPr lang="en-US" sz="4225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Thêm</a:t>
            </a:r>
            <a:r>
              <a:rPr lang="en-US" sz="4225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4225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vào</a:t>
            </a:r>
            <a:r>
              <a:rPr lang="en-US" sz="4225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4225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giỏ</a:t>
            </a:r>
            <a:r>
              <a:rPr lang="en-US" sz="4225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4225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hàng</a:t>
            </a:r>
            <a:endParaRPr lang="en-US" sz="4225" dirty="0">
              <a:solidFill>
                <a:srgbClr val="000000"/>
              </a:solidFill>
              <a:latin typeface="Times New Roman" panose="02020603050405020304" pitchFamily="18" charset="0"/>
              <a:ea typeface="Public Sans"/>
              <a:cs typeface="Times New Roman" panose="02020603050405020304" pitchFamily="18" charset="0"/>
              <a:sym typeface="Public San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524000" y="5388801"/>
            <a:ext cx="6111225" cy="721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13313" lvl="2">
              <a:lnSpc>
                <a:spcPts val="5915"/>
              </a:lnSpc>
              <a:spcBef>
                <a:spcPct val="0"/>
              </a:spcBef>
            </a:pPr>
            <a:r>
              <a:rPr lang="en-US" sz="4225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4.Chức </a:t>
            </a:r>
            <a:r>
              <a:rPr lang="en-US" sz="4225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năng</a:t>
            </a:r>
            <a:r>
              <a:rPr lang="en-US" sz="4225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4225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đặt</a:t>
            </a:r>
            <a:r>
              <a:rPr lang="en-US" sz="4225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4225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hàng</a:t>
            </a:r>
            <a:endParaRPr lang="en-US" sz="4225" dirty="0">
              <a:solidFill>
                <a:srgbClr val="000000"/>
              </a:solidFill>
              <a:latin typeface="Times New Roman" panose="02020603050405020304" pitchFamily="18" charset="0"/>
              <a:ea typeface="Public Sans"/>
              <a:cs typeface="Times New Roman" panose="02020603050405020304" pitchFamily="18" charset="0"/>
              <a:sym typeface="Public Sans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575892" y="6377776"/>
            <a:ext cx="7155284" cy="634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55"/>
              </a:lnSpc>
              <a:spcBef>
                <a:spcPct val="0"/>
              </a:spcBef>
            </a:pPr>
            <a:r>
              <a:rPr lang="en-US" sz="3825" b="1" dirty="0">
                <a:solidFill>
                  <a:srgbClr val="000000"/>
                </a:solidFill>
                <a:latin typeface="Times New Roman" panose="02020603050405020304" pitchFamily="18" charset="0"/>
                <a:ea typeface="Public Sans Bold"/>
                <a:cs typeface="Times New Roman" panose="02020603050405020304" pitchFamily="18" charset="0"/>
                <a:sym typeface="Public Sans Bold"/>
              </a:rPr>
              <a:t>2.2. </a:t>
            </a:r>
            <a:r>
              <a:rPr lang="en-US" sz="3825" b="1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 Bold"/>
                <a:cs typeface="Times New Roman" panose="02020603050405020304" pitchFamily="18" charset="0"/>
                <a:sym typeface="Public Sans Bold"/>
              </a:rPr>
              <a:t>Xác</a:t>
            </a:r>
            <a:r>
              <a:rPr lang="en-US" sz="3825" b="1" dirty="0">
                <a:solidFill>
                  <a:srgbClr val="000000"/>
                </a:solidFill>
                <a:latin typeface="Times New Roman" panose="02020603050405020304" pitchFamily="18" charset="0"/>
                <a:ea typeface="Public Sans Bold"/>
                <a:cs typeface="Times New Roman" panose="02020603050405020304" pitchFamily="18" charset="0"/>
                <a:sym typeface="Public Sans Bold"/>
              </a:rPr>
              <a:t> </a:t>
            </a:r>
            <a:r>
              <a:rPr lang="en-US" sz="3825" b="1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 Bold"/>
                <a:cs typeface="Times New Roman" panose="02020603050405020304" pitchFamily="18" charset="0"/>
                <a:sym typeface="Public Sans Bold"/>
              </a:rPr>
              <a:t>định</a:t>
            </a:r>
            <a:r>
              <a:rPr lang="en-US" sz="3825" b="1" dirty="0">
                <a:solidFill>
                  <a:srgbClr val="000000"/>
                </a:solidFill>
                <a:latin typeface="Times New Roman" panose="02020603050405020304" pitchFamily="18" charset="0"/>
                <a:ea typeface="Public Sans Bold"/>
                <a:cs typeface="Times New Roman" panose="02020603050405020304" pitchFamily="18" charset="0"/>
                <a:sym typeface="Public Sans Bold"/>
              </a:rPr>
              <a:t> </a:t>
            </a:r>
            <a:r>
              <a:rPr lang="en-US" sz="3825" b="1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 Bold"/>
                <a:cs typeface="Times New Roman" panose="02020603050405020304" pitchFamily="18" charset="0"/>
                <a:sym typeface="Public Sans Bold"/>
              </a:rPr>
              <a:t>phạm</a:t>
            </a:r>
            <a:r>
              <a:rPr lang="en-US" sz="3825" b="1" dirty="0">
                <a:solidFill>
                  <a:srgbClr val="000000"/>
                </a:solidFill>
                <a:latin typeface="Times New Roman" panose="02020603050405020304" pitchFamily="18" charset="0"/>
                <a:ea typeface="Public Sans Bold"/>
                <a:cs typeface="Times New Roman" panose="02020603050405020304" pitchFamily="18" charset="0"/>
                <a:sym typeface="Public Sans Bold"/>
              </a:rPr>
              <a:t> vi </a:t>
            </a:r>
            <a:r>
              <a:rPr lang="en-US" sz="3825" b="1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 Bold"/>
                <a:cs typeface="Times New Roman" panose="02020603050405020304" pitchFamily="18" charset="0"/>
                <a:sym typeface="Public Sans Bold"/>
              </a:rPr>
              <a:t>kiểm</a:t>
            </a:r>
            <a:r>
              <a:rPr lang="en-US" sz="3825" b="1" dirty="0">
                <a:solidFill>
                  <a:srgbClr val="000000"/>
                </a:solidFill>
                <a:latin typeface="Times New Roman" panose="02020603050405020304" pitchFamily="18" charset="0"/>
                <a:ea typeface="Public Sans Bold"/>
                <a:cs typeface="Times New Roman" panose="02020603050405020304" pitchFamily="18" charset="0"/>
                <a:sym typeface="Public Sans Bold"/>
              </a:rPr>
              <a:t> </a:t>
            </a:r>
            <a:r>
              <a:rPr lang="en-US" sz="3825" b="1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 Bold"/>
                <a:cs typeface="Times New Roman" panose="02020603050405020304" pitchFamily="18" charset="0"/>
                <a:sym typeface="Public Sans Bold"/>
              </a:rPr>
              <a:t>thử</a:t>
            </a:r>
            <a:r>
              <a:rPr lang="en-US" sz="3825" b="1" dirty="0">
                <a:solidFill>
                  <a:srgbClr val="000000"/>
                </a:solidFill>
                <a:latin typeface="Times New Roman" panose="02020603050405020304" pitchFamily="18" charset="0"/>
                <a:ea typeface="Public Sans Bold"/>
                <a:cs typeface="Times New Roman" panose="02020603050405020304" pitchFamily="18" charset="0"/>
                <a:sym typeface="Public Sans Bold"/>
              </a:rPr>
              <a:t>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11125" y="7280740"/>
            <a:ext cx="14529856" cy="2207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15"/>
              </a:lnSpc>
              <a:spcBef>
                <a:spcPct val="0"/>
              </a:spcBef>
            </a:pPr>
            <a:r>
              <a:rPr lang="en-US" sz="4225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Trong </a:t>
            </a:r>
            <a:r>
              <a:rPr lang="en-US" sz="4225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bài</a:t>
            </a:r>
            <a:r>
              <a:rPr lang="en-US" sz="4225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4225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này</a:t>
            </a:r>
            <a:r>
              <a:rPr lang="en-US" sz="4225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, </a:t>
            </a:r>
            <a:r>
              <a:rPr lang="en-US" sz="4225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phạm</a:t>
            </a:r>
            <a:r>
              <a:rPr lang="en-US" sz="4225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vi </a:t>
            </a:r>
            <a:r>
              <a:rPr lang="en-US" sz="4225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kiểm</a:t>
            </a:r>
            <a:r>
              <a:rPr lang="en-US" sz="4225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4225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thử</a:t>
            </a:r>
            <a:r>
              <a:rPr lang="en-US" sz="4225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bao </a:t>
            </a:r>
            <a:r>
              <a:rPr lang="en-US" sz="4225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gồm</a:t>
            </a:r>
            <a:r>
              <a:rPr lang="en-US" sz="4225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:</a:t>
            </a:r>
          </a:p>
          <a:p>
            <a:pPr algn="l">
              <a:lnSpc>
                <a:spcPts val="5915"/>
              </a:lnSpc>
              <a:spcBef>
                <a:spcPct val="0"/>
              </a:spcBef>
            </a:pPr>
            <a:r>
              <a:rPr lang="en-US" sz="4225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      </a:t>
            </a:r>
            <a:r>
              <a:rPr lang="en-US" sz="4225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Chức</a:t>
            </a:r>
            <a:r>
              <a:rPr lang="en-US" sz="4225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4225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năng</a:t>
            </a:r>
            <a:r>
              <a:rPr lang="en-US" sz="4225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4225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Đăng</a:t>
            </a:r>
            <a:r>
              <a:rPr lang="en-US" sz="4225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4225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ký</a:t>
            </a:r>
            <a:r>
              <a:rPr lang="en-US" sz="4225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4225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tài</a:t>
            </a:r>
            <a:r>
              <a:rPr lang="en-US" sz="4225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4225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khoản</a:t>
            </a:r>
            <a:endParaRPr lang="en-US" sz="4225" dirty="0">
              <a:solidFill>
                <a:srgbClr val="000000"/>
              </a:solidFill>
              <a:latin typeface="Times New Roman" panose="02020603050405020304" pitchFamily="18" charset="0"/>
              <a:ea typeface="Public Sans"/>
              <a:cs typeface="Times New Roman" panose="02020603050405020304" pitchFamily="18" charset="0"/>
              <a:sym typeface="Public Sans"/>
            </a:endParaRPr>
          </a:p>
          <a:p>
            <a:pPr algn="l">
              <a:lnSpc>
                <a:spcPts val="5915"/>
              </a:lnSpc>
              <a:spcBef>
                <a:spcPct val="0"/>
              </a:spcBef>
            </a:pPr>
            <a:r>
              <a:rPr lang="en-US" sz="4225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      </a:t>
            </a:r>
            <a:r>
              <a:rPr lang="en-US" sz="4225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Chức</a:t>
            </a:r>
            <a:r>
              <a:rPr lang="en-US" sz="4225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4225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năng</a:t>
            </a:r>
            <a:r>
              <a:rPr lang="en-US" sz="4225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4225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Đăng</a:t>
            </a:r>
            <a:r>
              <a:rPr lang="en-US" sz="4225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4225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nhập</a:t>
            </a:r>
            <a:r>
              <a:rPr lang="en-US" sz="4225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4225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hệ</a:t>
            </a:r>
            <a:r>
              <a:rPr lang="en-US" sz="4225" dirty="0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 </a:t>
            </a:r>
            <a:r>
              <a:rPr lang="en-US" sz="4225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"/>
                <a:cs typeface="Times New Roman" panose="02020603050405020304" pitchFamily="18" charset="0"/>
                <a:sym typeface="Public Sans"/>
              </a:rPr>
              <a:t>thống</a:t>
            </a:r>
            <a:endParaRPr lang="en-US" sz="4225" dirty="0">
              <a:solidFill>
                <a:srgbClr val="000000"/>
              </a:solidFill>
              <a:latin typeface="Times New Roman" panose="02020603050405020304" pitchFamily="18" charset="0"/>
              <a:ea typeface="Public Sans"/>
              <a:cs typeface="Times New Roman" panose="02020603050405020304" pitchFamily="18" charset="0"/>
              <a:sym typeface="Public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91937" y="2248473"/>
            <a:ext cx="14799086" cy="3903259"/>
          </a:xfrm>
          <a:custGeom>
            <a:avLst/>
            <a:gdLst/>
            <a:ahLst/>
            <a:cxnLst/>
            <a:rect l="l" t="t" r="r" b="b"/>
            <a:pathLst>
              <a:path w="14799086" h="3903259">
                <a:moveTo>
                  <a:pt x="0" y="0"/>
                </a:moveTo>
                <a:lnTo>
                  <a:pt x="14799087" y="0"/>
                </a:lnTo>
                <a:lnTo>
                  <a:pt x="14799087" y="3903259"/>
                </a:lnTo>
                <a:lnTo>
                  <a:pt x="0" y="39032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53684" y="372686"/>
            <a:ext cx="14828193" cy="1464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15"/>
              </a:lnSpc>
              <a:spcBef>
                <a:spcPct val="0"/>
              </a:spcBef>
            </a:pPr>
            <a:r>
              <a:rPr lang="en-US" sz="4225" b="1" dirty="0">
                <a:solidFill>
                  <a:srgbClr val="000000"/>
                </a:solidFill>
                <a:latin typeface="Times New Roman" panose="02020603050405020304" pitchFamily="18" charset="0"/>
                <a:ea typeface="Public Sans Bold"/>
                <a:cs typeface="Times New Roman" panose="02020603050405020304" pitchFamily="18" charset="0"/>
                <a:sym typeface="Public Sans Bold"/>
              </a:rPr>
              <a:t>3.1. </a:t>
            </a:r>
            <a:r>
              <a:rPr lang="en-US" sz="4225" b="1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 Bold"/>
                <a:cs typeface="Times New Roman" panose="02020603050405020304" pitchFamily="18" charset="0"/>
                <a:sym typeface="Public Sans Bold"/>
              </a:rPr>
              <a:t>Môi</a:t>
            </a:r>
            <a:r>
              <a:rPr lang="en-US" sz="4225" b="1" dirty="0">
                <a:solidFill>
                  <a:srgbClr val="000000"/>
                </a:solidFill>
                <a:latin typeface="Times New Roman" panose="02020603050405020304" pitchFamily="18" charset="0"/>
                <a:ea typeface="Public Sans Bold"/>
                <a:cs typeface="Times New Roman" panose="02020603050405020304" pitchFamily="18" charset="0"/>
                <a:sym typeface="Public Sans Bold"/>
              </a:rPr>
              <a:t> </a:t>
            </a:r>
            <a:r>
              <a:rPr lang="en-US" sz="4225" b="1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 Bold"/>
                <a:cs typeface="Times New Roman" panose="02020603050405020304" pitchFamily="18" charset="0"/>
                <a:sym typeface="Public Sans Bold"/>
              </a:rPr>
              <a:t>trường</a:t>
            </a:r>
            <a:r>
              <a:rPr lang="en-US" sz="4225" b="1" dirty="0">
                <a:solidFill>
                  <a:srgbClr val="000000"/>
                </a:solidFill>
                <a:latin typeface="Times New Roman" panose="02020603050405020304" pitchFamily="18" charset="0"/>
                <a:ea typeface="Public Sans Bold"/>
                <a:cs typeface="Times New Roman" panose="02020603050405020304" pitchFamily="18" charset="0"/>
                <a:sym typeface="Public Sans Bold"/>
              </a:rPr>
              <a:t> </a:t>
            </a:r>
            <a:r>
              <a:rPr lang="en-US" sz="4225" b="1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 Bold"/>
                <a:cs typeface="Times New Roman" panose="02020603050405020304" pitchFamily="18" charset="0"/>
                <a:sym typeface="Public Sans Bold"/>
              </a:rPr>
              <a:t>kiểm</a:t>
            </a:r>
            <a:r>
              <a:rPr lang="en-US" sz="4225" b="1" dirty="0">
                <a:solidFill>
                  <a:srgbClr val="000000"/>
                </a:solidFill>
                <a:latin typeface="Times New Roman" panose="02020603050405020304" pitchFamily="18" charset="0"/>
                <a:ea typeface="Public Sans Bold"/>
                <a:cs typeface="Times New Roman" panose="02020603050405020304" pitchFamily="18" charset="0"/>
                <a:sym typeface="Public Sans Bold"/>
              </a:rPr>
              <a:t> </a:t>
            </a:r>
            <a:r>
              <a:rPr lang="en-US" sz="4225" b="1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 Bold"/>
                <a:cs typeface="Times New Roman" panose="02020603050405020304" pitchFamily="18" charset="0"/>
                <a:sym typeface="Public Sans Bold"/>
              </a:rPr>
              <a:t>thử</a:t>
            </a:r>
            <a:r>
              <a:rPr lang="en-US" sz="4225" b="1" dirty="0">
                <a:solidFill>
                  <a:srgbClr val="000000"/>
                </a:solidFill>
                <a:latin typeface="Times New Roman" panose="02020603050405020304" pitchFamily="18" charset="0"/>
                <a:ea typeface="Public Sans Bold"/>
                <a:cs typeface="Times New Roman" panose="02020603050405020304" pitchFamily="18" charset="0"/>
                <a:sym typeface="Public Sans Bold"/>
              </a:rPr>
              <a:t> (OS, </a:t>
            </a:r>
            <a:r>
              <a:rPr lang="en-US" sz="4225" b="1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 Bold"/>
                <a:cs typeface="Times New Roman" panose="02020603050405020304" pitchFamily="18" charset="0"/>
                <a:sym typeface="Public Sans Bold"/>
              </a:rPr>
              <a:t>trình</a:t>
            </a:r>
            <a:r>
              <a:rPr lang="en-US" sz="4225" b="1" dirty="0">
                <a:solidFill>
                  <a:srgbClr val="000000"/>
                </a:solidFill>
                <a:latin typeface="Times New Roman" panose="02020603050405020304" pitchFamily="18" charset="0"/>
                <a:ea typeface="Public Sans Bold"/>
                <a:cs typeface="Times New Roman" panose="02020603050405020304" pitchFamily="18" charset="0"/>
                <a:sym typeface="Public Sans Bold"/>
              </a:rPr>
              <a:t> </a:t>
            </a:r>
            <a:r>
              <a:rPr lang="en-US" sz="4225" b="1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 Bold"/>
                <a:cs typeface="Times New Roman" panose="02020603050405020304" pitchFamily="18" charset="0"/>
                <a:sym typeface="Public Sans Bold"/>
              </a:rPr>
              <a:t>duyệt</a:t>
            </a:r>
            <a:r>
              <a:rPr lang="en-US" sz="4225" b="1" dirty="0">
                <a:solidFill>
                  <a:srgbClr val="000000"/>
                </a:solidFill>
                <a:latin typeface="Times New Roman" panose="02020603050405020304" pitchFamily="18" charset="0"/>
                <a:ea typeface="Public Sans Bold"/>
                <a:cs typeface="Times New Roman" panose="02020603050405020304" pitchFamily="18" charset="0"/>
                <a:sym typeface="Public Sans Bold"/>
              </a:rPr>
              <a:t>, </a:t>
            </a:r>
            <a:r>
              <a:rPr lang="en-US" sz="4225" b="1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 Bold"/>
                <a:cs typeface="Times New Roman" panose="02020603050405020304" pitchFamily="18" charset="0"/>
                <a:sym typeface="Public Sans Bold"/>
              </a:rPr>
              <a:t>thiết</a:t>
            </a:r>
            <a:r>
              <a:rPr lang="en-US" sz="4225" b="1" dirty="0">
                <a:solidFill>
                  <a:srgbClr val="000000"/>
                </a:solidFill>
                <a:latin typeface="Times New Roman" panose="02020603050405020304" pitchFamily="18" charset="0"/>
                <a:ea typeface="Public Sans Bold"/>
                <a:cs typeface="Times New Roman" panose="02020603050405020304" pitchFamily="18" charset="0"/>
                <a:sym typeface="Public Sans Bold"/>
              </a:rPr>
              <a:t> </a:t>
            </a:r>
            <a:r>
              <a:rPr lang="en-US" sz="4225" b="1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 Bold"/>
                <a:cs typeface="Times New Roman" panose="02020603050405020304" pitchFamily="18" charset="0"/>
                <a:sym typeface="Public Sans Bold"/>
              </a:rPr>
              <a:t>bị</a:t>
            </a:r>
            <a:r>
              <a:rPr lang="en-US" sz="4225" b="1" dirty="0">
                <a:solidFill>
                  <a:srgbClr val="000000"/>
                </a:solidFill>
                <a:latin typeface="Times New Roman" panose="02020603050405020304" pitchFamily="18" charset="0"/>
                <a:ea typeface="Public Sans Bold"/>
                <a:cs typeface="Times New Roman" panose="02020603050405020304" pitchFamily="18" charset="0"/>
                <a:sym typeface="Public Sans Bold"/>
              </a:rPr>
              <a:t>, </a:t>
            </a:r>
            <a:r>
              <a:rPr lang="en-US" sz="4225" b="1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 Bold"/>
                <a:cs typeface="Times New Roman" panose="02020603050405020304" pitchFamily="18" charset="0"/>
                <a:sym typeface="Public Sans Bold"/>
              </a:rPr>
              <a:t>công</a:t>
            </a:r>
            <a:r>
              <a:rPr lang="en-US" sz="4225" b="1" dirty="0">
                <a:solidFill>
                  <a:srgbClr val="000000"/>
                </a:solidFill>
                <a:latin typeface="Times New Roman" panose="02020603050405020304" pitchFamily="18" charset="0"/>
                <a:ea typeface="Public Sans Bold"/>
                <a:cs typeface="Times New Roman" panose="02020603050405020304" pitchFamily="18" charset="0"/>
                <a:sym typeface="Public Sans Bold"/>
              </a:rPr>
              <a:t> </a:t>
            </a:r>
            <a:r>
              <a:rPr lang="en-US" sz="4225" b="1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 Bold"/>
                <a:cs typeface="Times New Roman" panose="02020603050405020304" pitchFamily="18" charset="0"/>
                <a:sym typeface="Public Sans Bold"/>
              </a:rPr>
              <a:t>cụ</a:t>
            </a:r>
            <a:r>
              <a:rPr lang="en-US" sz="4225" b="1" dirty="0">
                <a:solidFill>
                  <a:srgbClr val="000000"/>
                </a:solidFill>
                <a:latin typeface="Times New Roman" panose="02020603050405020304" pitchFamily="18" charset="0"/>
                <a:ea typeface="Public Sans Bold"/>
                <a:cs typeface="Times New Roman" panose="02020603050405020304" pitchFamily="18" charset="0"/>
                <a:sym typeface="Public Sans Bold"/>
              </a:rPr>
              <a:t>)</a:t>
            </a:r>
          </a:p>
          <a:p>
            <a:pPr algn="ctr">
              <a:lnSpc>
                <a:spcPts val="5915"/>
              </a:lnSpc>
              <a:spcBef>
                <a:spcPct val="0"/>
              </a:spcBef>
            </a:pPr>
            <a:endParaRPr lang="en-US" sz="4225" b="1" dirty="0">
              <a:solidFill>
                <a:srgbClr val="000000"/>
              </a:solidFill>
              <a:latin typeface="Times New Roman" panose="02020603050405020304" pitchFamily="18" charset="0"/>
              <a:ea typeface="Public Sans Bold"/>
              <a:cs typeface="Times New Roman" panose="02020603050405020304" pitchFamily="18" charset="0"/>
              <a:sym typeface="Public Sans 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23797" y="2330143"/>
            <a:ext cx="14273691" cy="5977108"/>
          </a:xfrm>
          <a:custGeom>
            <a:avLst/>
            <a:gdLst/>
            <a:ahLst/>
            <a:cxnLst/>
            <a:rect l="l" t="t" r="r" b="b"/>
            <a:pathLst>
              <a:path w="14273691" h="5977108">
                <a:moveTo>
                  <a:pt x="0" y="0"/>
                </a:moveTo>
                <a:lnTo>
                  <a:pt x="14273690" y="0"/>
                </a:lnTo>
                <a:lnTo>
                  <a:pt x="14273690" y="5977108"/>
                </a:lnTo>
                <a:lnTo>
                  <a:pt x="0" y="59771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94468" y="307346"/>
            <a:ext cx="3300040" cy="721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6113" lvl="1" algn="l">
              <a:lnSpc>
                <a:spcPts val="5915"/>
              </a:lnSpc>
              <a:spcBef>
                <a:spcPct val="0"/>
              </a:spcBef>
            </a:pPr>
            <a:r>
              <a:rPr lang="en-US" sz="4225" b="1" dirty="0">
                <a:solidFill>
                  <a:srgbClr val="000000"/>
                </a:solidFill>
                <a:latin typeface="Times New Roman" panose="02020603050405020304" pitchFamily="18" charset="0"/>
                <a:ea typeface="Public Sans Bold"/>
                <a:cs typeface="Times New Roman" panose="02020603050405020304" pitchFamily="18" charset="0"/>
                <a:sym typeface="Public Sans Bold"/>
              </a:rPr>
              <a:t>4. Test</a:t>
            </a:r>
            <a:r>
              <a:rPr lang="en-US" sz="4225" b="1" dirty="0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case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94468" y="1119126"/>
            <a:ext cx="6290221" cy="721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6113" lvl="1" algn="l">
              <a:lnSpc>
                <a:spcPts val="5915"/>
              </a:lnSpc>
              <a:spcBef>
                <a:spcPct val="0"/>
              </a:spcBef>
            </a:pPr>
            <a:r>
              <a:rPr lang="en-US" sz="4225" b="1" dirty="0">
                <a:solidFill>
                  <a:srgbClr val="000000"/>
                </a:solidFill>
                <a:latin typeface="Times New Roman" panose="02020603050405020304" pitchFamily="18" charset="0"/>
                <a:ea typeface="Public Sans Bold"/>
                <a:cs typeface="Times New Roman" panose="02020603050405020304" pitchFamily="18" charset="0"/>
                <a:sym typeface="Public Sans Bold"/>
              </a:rPr>
              <a:t>4.1. </a:t>
            </a:r>
            <a:r>
              <a:rPr lang="en-US" sz="4225" b="1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 Bold"/>
                <a:cs typeface="Times New Roman" panose="02020603050405020304" pitchFamily="18" charset="0"/>
                <a:sym typeface="Public Sans Bold"/>
              </a:rPr>
              <a:t>Chức</a:t>
            </a:r>
            <a:r>
              <a:rPr lang="en-US" sz="4225" b="1" dirty="0">
                <a:solidFill>
                  <a:srgbClr val="000000"/>
                </a:solidFill>
                <a:latin typeface="Times New Roman" panose="02020603050405020304" pitchFamily="18" charset="0"/>
                <a:ea typeface="Public Sans Bold"/>
                <a:cs typeface="Times New Roman" panose="02020603050405020304" pitchFamily="18" charset="0"/>
                <a:sym typeface="Public Sans Bold"/>
              </a:rPr>
              <a:t> </a:t>
            </a:r>
            <a:r>
              <a:rPr lang="en-US" sz="4225" b="1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 Bold"/>
                <a:cs typeface="Times New Roman" panose="02020603050405020304" pitchFamily="18" charset="0"/>
                <a:sym typeface="Public Sans Bold"/>
              </a:rPr>
              <a:t>năng</a:t>
            </a:r>
            <a:r>
              <a:rPr lang="en-US" sz="4225" b="1" dirty="0">
                <a:solidFill>
                  <a:srgbClr val="000000"/>
                </a:solidFill>
                <a:latin typeface="Times New Roman" panose="02020603050405020304" pitchFamily="18" charset="0"/>
                <a:ea typeface="Public Sans Bold"/>
                <a:cs typeface="Times New Roman" panose="02020603050405020304" pitchFamily="18" charset="0"/>
                <a:sym typeface="Public Sans Bold"/>
              </a:rPr>
              <a:t> </a:t>
            </a:r>
            <a:r>
              <a:rPr lang="en-US" sz="4225" b="1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 Bold"/>
                <a:cs typeface="Times New Roman" panose="02020603050405020304" pitchFamily="18" charset="0"/>
                <a:sym typeface="Public Sans Bold"/>
              </a:rPr>
              <a:t>đăng</a:t>
            </a:r>
            <a:r>
              <a:rPr lang="en-US" sz="4225" b="1" dirty="0">
                <a:solidFill>
                  <a:srgbClr val="000000"/>
                </a:solidFill>
                <a:latin typeface="Times New Roman" panose="02020603050405020304" pitchFamily="18" charset="0"/>
                <a:ea typeface="Public Sans Bold"/>
                <a:cs typeface="Times New Roman" panose="02020603050405020304" pitchFamily="18" charset="0"/>
                <a:sym typeface="Public Sans Bold"/>
              </a:rPr>
              <a:t> </a:t>
            </a:r>
            <a:r>
              <a:rPr lang="en-US" sz="4225" b="1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 Bold"/>
                <a:cs typeface="Times New Roman" panose="02020603050405020304" pitchFamily="18" charset="0"/>
                <a:sym typeface="Public Sans Bold"/>
              </a:rPr>
              <a:t>ký</a:t>
            </a:r>
            <a:endParaRPr lang="en-US" sz="4225" b="1" dirty="0">
              <a:solidFill>
                <a:srgbClr val="000000"/>
              </a:solidFill>
              <a:latin typeface="Times New Roman" panose="02020603050405020304" pitchFamily="18" charset="0"/>
              <a:ea typeface="Public Sans Bold"/>
              <a:cs typeface="Times New Roman" panose="02020603050405020304" pitchFamily="18" charset="0"/>
              <a:sym typeface="Public Sans 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355569" y="752075"/>
            <a:ext cx="13232167" cy="8782851"/>
          </a:xfrm>
          <a:custGeom>
            <a:avLst/>
            <a:gdLst/>
            <a:ahLst/>
            <a:cxnLst/>
            <a:rect l="l" t="t" r="r" b="b"/>
            <a:pathLst>
              <a:path w="13232167" h="8782851">
                <a:moveTo>
                  <a:pt x="0" y="0"/>
                </a:moveTo>
                <a:lnTo>
                  <a:pt x="13232167" y="0"/>
                </a:lnTo>
                <a:lnTo>
                  <a:pt x="13232167" y="8782850"/>
                </a:lnTo>
                <a:lnTo>
                  <a:pt x="0" y="87828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36594" y="2537964"/>
            <a:ext cx="15214811" cy="5211073"/>
          </a:xfrm>
          <a:custGeom>
            <a:avLst/>
            <a:gdLst/>
            <a:ahLst/>
            <a:cxnLst/>
            <a:rect l="l" t="t" r="r" b="b"/>
            <a:pathLst>
              <a:path w="15214811" h="5211073">
                <a:moveTo>
                  <a:pt x="0" y="0"/>
                </a:moveTo>
                <a:lnTo>
                  <a:pt x="15214812" y="0"/>
                </a:lnTo>
                <a:lnTo>
                  <a:pt x="15214812" y="5211072"/>
                </a:lnTo>
                <a:lnTo>
                  <a:pt x="0" y="52110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94468" y="307346"/>
            <a:ext cx="3300040" cy="721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6113" lvl="1" algn="l">
              <a:lnSpc>
                <a:spcPts val="5915"/>
              </a:lnSpc>
              <a:spcBef>
                <a:spcPct val="0"/>
              </a:spcBef>
            </a:pPr>
            <a:r>
              <a:rPr lang="en-US" sz="4225" b="1" dirty="0">
                <a:solidFill>
                  <a:srgbClr val="000000"/>
                </a:solidFill>
                <a:latin typeface="Times New Roman" panose="02020603050405020304" pitchFamily="18" charset="0"/>
                <a:ea typeface="Public Sans Bold"/>
                <a:cs typeface="Times New Roman" panose="02020603050405020304" pitchFamily="18" charset="0"/>
                <a:sym typeface="Public Sans Bold"/>
              </a:rPr>
              <a:t>4. Test case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94468" y="1119126"/>
            <a:ext cx="7044333" cy="721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6113" lvl="1" algn="l">
              <a:lnSpc>
                <a:spcPts val="5915"/>
              </a:lnSpc>
              <a:spcBef>
                <a:spcPct val="0"/>
              </a:spcBef>
            </a:pPr>
            <a:r>
              <a:rPr lang="en-US" sz="4225" b="1" dirty="0">
                <a:solidFill>
                  <a:srgbClr val="000000"/>
                </a:solidFill>
                <a:latin typeface="Times New Roman" panose="02020603050405020304" pitchFamily="18" charset="0"/>
                <a:ea typeface="Public Sans Bold"/>
                <a:cs typeface="Times New Roman" panose="02020603050405020304" pitchFamily="18" charset="0"/>
                <a:sym typeface="Public Sans Bold"/>
              </a:rPr>
              <a:t>4.2. </a:t>
            </a:r>
            <a:r>
              <a:rPr lang="en-US" sz="4225" b="1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 Bold"/>
                <a:cs typeface="Times New Roman" panose="02020603050405020304" pitchFamily="18" charset="0"/>
                <a:sym typeface="Public Sans Bold"/>
              </a:rPr>
              <a:t>Chức</a:t>
            </a:r>
            <a:r>
              <a:rPr lang="en-US" sz="4225" b="1" dirty="0">
                <a:solidFill>
                  <a:srgbClr val="000000"/>
                </a:solidFill>
                <a:latin typeface="Times New Roman" panose="02020603050405020304" pitchFamily="18" charset="0"/>
                <a:ea typeface="Public Sans Bold"/>
                <a:cs typeface="Times New Roman" panose="02020603050405020304" pitchFamily="18" charset="0"/>
                <a:sym typeface="Public Sans Bold"/>
              </a:rPr>
              <a:t> </a:t>
            </a:r>
            <a:r>
              <a:rPr lang="en-US" sz="4225" b="1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 Bold"/>
                <a:cs typeface="Times New Roman" panose="02020603050405020304" pitchFamily="18" charset="0"/>
                <a:sym typeface="Public Sans Bold"/>
              </a:rPr>
              <a:t>năng</a:t>
            </a:r>
            <a:r>
              <a:rPr lang="en-US" sz="4225" b="1" dirty="0">
                <a:solidFill>
                  <a:srgbClr val="000000"/>
                </a:solidFill>
                <a:latin typeface="Times New Roman" panose="02020603050405020304" pitchFamily="18" charset="0"/>
                <a:ea typeface="Public Sans Bold"/>
                <a:cs typeface="Times New Roman" panose="02020603050405020304" pitchFamily="18" charset="0"/>
                <a:sym typeface="Public Sans Bold"/>
              </a:rPr>
              <a:t> </a:t>
            </a:r>
            <a:r>
              <a:rPr lang="en-US" sz="4225" b="1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 Bold"/>
                <a:cs typeface="Times New Roman" panose="02020603050405020304" pitchFamily="18" charset="0"/>
                <a:sym typeface="Public Sans Bold"/>
              </a:rPr>
              <a:t>đăng</a:t>
            </a:r>
            <a:r>
              <a:rPr lang="en-US" sz="4225" b="1" dirty="0">
                <a:solidFill>
                  <a:srgbClr val="000000"/>
                </a:solidFill>
                <a:latin typeface="Times New Roman" panose="02020603050405020304" pitchFamily="18" charset="0"/>
                <a:ea typeface="Public Sans Bold"/>
                <a:cs typeface="Times New Roman" panose="02020603050405020304" pitchFamily="18" charset="0"/>
                <a:sym typeface="Public Sans Bold"/>
              </a:rPr>
              <a:t> </a:t>
            </a:r>
            <a:r>
              <a:rPr lang="en-US" sz="4225" b="1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 Bold"/>
                <a:cs typeface="Times New Roman" panose="02020603050405020304" pitchFamily="18" charset="0"/>
                <a:sym typeface="Public Sans Bold"/>
              </a:rPr>
              <a:t>nhập</a:t>
            </a:r>
            <a:endParaRPr lang="en-US" sz="4225" b="1" dirty="0">
              <a:solidFill>
                <a:srgbClr val="000000"/>
              </a:solidFill>
              <a:latin typeface="Times New Roman" panose="02020603050405020304" pitchFamily="18" charset="0"/>
              <a:ea typeface="Public Sans Bold"/>
              <a:cs typeface="Times New Roman" panose="02020603050405020304" pitchFamily="18" charset="0"/>
              <a:sym typeface="Public Sans 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68439" y="1028700"/>
            <a:ext cx="15551122" cy="7639489"/>
          </a:xfrm>
          <a:custGeom>
            <a:avLst/>
            <a:gdLst/>
            <a:ahLst/>
            <a:cxnLst/>
            <a:rect l="l" t="t" r="r" b="b"/>
            <a:pathLst>
              <a:path w="15551122" h="7639489">
                <a:moveTo>
                  <a:pt x="0" y="0"/>
                </a:moveTo>
                <a:lnTo>
                  <a:pt x="15551122" y="0"/>
                </a:lnTo>
                <a:lnTo>
                  <a:pt x="15551122" y="7639489"/>
                </a:lnTo>
                <a:lnTo>
                  <a:pt x="0" y="76394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865211" y="1938685"/>
            <a:ext cx="14900109" cy="5792417"/>
          </a:xfrm>
          <a:custGeom>
            <a:avLst/>
            <a:gdLst/>
            <a:ahLst/>
            <a:cxnLst/>
            <a:rect l="l" t="t" r="r" b="b"/>
            <a:pathLst>
              <a:path w="14900109" h="5792417">
                <a:moveTo>
                  <a:pt x="0" y="0"/>
                </a:moveTo>
                <a:lnTo>
                  <a:pt x="14900109" y="0"/>
                </a:lnTo>
                <a:lnTo>
                  <a:pt x="14900109" y="5792417"/>
                </a:lnTo>
                <a:lnTo>
                  <a:pt x="0" y="57924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94468" y="307346"/>
            <a:ext cx="3641006" cy="721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6113" lvl="1" algn="l">
              <a:lnSpc>
                <a:spcPts val="5915"/>
              </a:lnSpc>
              <a:spcBef>
                <a:spcPct val="0"/>
              </a:spcBef>
            </a:pPr>
            <a:r>
              <a:rPr lang="en-US" sz="4225" b="1" dirty="0">
                <a:solidFill>
                  <a:srgbClr val="000000"/>
                </a:solidFill>
                <a:latin typeface="Times New Roman" panose="02020603050405020304" pitchFamily="18" charset="0"/>
                <a:ea typeface="Public Sans Bold"/>
                <a:cs typeface="Times New Roman" panose="02020603050405020304" pitchFamily="18" charset="0"/>
                <a:sym typeface="Public Sans Bold"/>
              </a:rPr>
              <a:t>5. Báo </a:t>
            </a:r>
            <a:r>
              <a:rPr lang="en-US" sz="4225" b="1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 Bold"/>
                <a:cs typeface="Times New Roman" panose="02020603050405020304" pitchFamily="18" charset="0"/>
                <a:sym typeface="Public Sans Bold"/>
              </a:rPr>
              <a:t>cáo</a:t>
            </a:r>
            <a:r>
              <a:rPr lang="en-US" sz="4225" b="1" dirty="0">
                <a:solidFill>
                  <a:srgbClr val="000000"/>
                </a:solidFill>
                <a:latin typeface="Times New Roman" panose="02020603050405020304" pitchFamily="18" charset="0"/>
                <a:ea typeface="Public Sans Bold"/>
                <a:cs typeface="Times New Roman" panose="02020603050405020304" pitchFamily="18" charset="0"/>
                <a:sym typeface="Public Sans Bold"/>
              </a:rPr>
              <a:t> </a:t>
            </a:r>
            <a:r>
              <a:rPr lang="en-US" sz="4225" b="1" dirty="0" err="1">
                <a:solidFill>
                  <a:srgbClr val="000000"/>
                </a:solidFill>
                <a:latin typeface="Times New Roman" panose="02020603050405020304" pitchFamily="18" charset="0"/>
                <a:ea typeface="Public Sans Bold"/>
                <a:cs typeface="Times New Roman" panose="02020603050405020304" pitchFamily="18" charset="0"/>
                <a:sym typeface="Public Sans Bold"/>
              </a:rPr>
              <a:t>lỗi</a:t>
            </a:r>
            <a:endParaRPr lang="en-US" sz="4225" b="1" dirty="0">
              <a:solidFill>
                <a:srgbClr val="000000"/>
              </a:solidFill>
              <a:latin typeface="Times New Roman" panose="02020603050405020304" pitchFamily="18" charset="0"/>
              <a:ea typeface="Public Sans Bold"/>
              <a:cs typeface="Times New Roman" panose="02020603050405020304" pitchFamily="18" charset="0"/>
              <a:sym typeface="Public Sans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323</Words>
  <Application>Microsoft Office PowerPoint</Application>
  <PresentationFormat>Custom</PresentationFormat>
  <Paragraphs>32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Public Sans Bold</vt:lpstr>
      <vt:lpstr>Times New Roman</vt:lpstr>
      <vt:lpstr>Calibri</vt:lpstr>
      <vt:lpstr>Arial</vt:lpstr>
      <vt:lpstr>Public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KIỂM THỬ HIỆU QUẢ</dc:title>
  <cp:lastModifiedBy>Hiền Nguyễn Thị Thanh</cp:lastModifiedBy>
  <cp:revision>4</cp:revision>
  <dcterms:created xsi:type="dcterms:W3CDTF">2006-08-16T00:00:00Z</dcterms:created>
  <dcterms:modified xsi:type="dcterms:W3CDTF">2026-03-24T07:18:45Z</dcterms:modified>
  <dc:identifier>DAHEL7VHASo</dc:identifier>
</cp:coreProperties>
</file>